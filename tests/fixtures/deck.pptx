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Point 1 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Body line A for 1</a:t>
            </a:r>
          </a:p>
          <a:p>
            <a:r>
              <a:t>Second line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line A for 2</a:t>
            </a:r>
          </a:p>
          <a:p>
            <a:r>
              <a:t>Second line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line A for 3</a:t>
            </a:r>
          </a:p>
          <a:p>
            <a:r>
              <a:t>Second line B</a:t>
            </a:r>
          </a:p>
        </p:txBody>
      </p:sp>
      <p:pic>
        <p:nvPicPr>
          <p:cNvPr id="4" name="Picture 3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4 heading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line A for 5</a:t>
            </a:r>
          </a:p>
          <a:p>
            <a:r>
              <a:t>Second line 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line A for 6</a:t>
            </a:r>
          </a:p>
          <a:p>
            <a:r>
              <a:t>Second line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line A for 7</a:t>
            </a:r>
          </a:p>
          <a:p>
            <a:r>
              <a:t>Second line B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14400" y="4572000"/>
            <a:ext cx="3657600" cy="914400"/>
            <a:chOff x="914400" y="4572000"/>
            <a:chExt cx="3657600" cy="914400"/>
          </a:xfrm>
        </p:grpSpPr>
        <p:sp>
          <p:nvSpPr>
            <p:cNvPr id="5" name="TextBox 4"/>
            <p:cNvSpPr txBox="1"/>
            <p:nvPr/>
          </p:nvSpPr>
          <p:spPr>
            <a:xfrm>
              <a:off x="914400" y="45720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text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8 heading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line A for 9</a:t>
            </a:r>
          </a:p>
          <a:p>
            <a:r>
              <a:t>Second line 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line A for 10</a:t>
            </a:r>
          </a:p>
          <a:p>
            <a:r>
              <a:t>Second line 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line A for 11</a:t>
            </a:r>
          </a:p>
          <a:p>
            <a:r>
              <a:t>Second line 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12 heading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